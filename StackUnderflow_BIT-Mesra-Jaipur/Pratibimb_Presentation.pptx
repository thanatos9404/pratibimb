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Pratibimb: a hybrid physiology + ML digital twin for Type 2 Diabetes</dc:title>
  <dc:subject/>
  <dc:creator>Team Stack Underflow (Yashvardhan Thanvi)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